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3680423-1FDF-A3D6-34F4-E2486BCE3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6F7DCD73-8815-86E5-7272-8B8FD2475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141477-3938-B41C-9921-E52C71C5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E50C83C-0D1A-2744-D21B-33F800DB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0DBC4A0-3279-EAFA-CEB8-AB38A829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97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7F84C51-1B2E-DFCC-42AF-1CF77E453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D326AE1-E4C8-74FF-B57E-53020062B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2AFB936-B934-C902-6E04-C24BAA9A7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5157C49-2DEA-E795-CBC7-E2A17AE5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321EE2D-58CD-4867-2C00-104B5DAFA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9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5A9B5F-B7B1-0243-D77B-DC0061884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C2AE5D60-3AC6-AEF3-CB09-309459A01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2EA5717-F0D4-9DE5-9AC1-B91CD6BC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2363CE5-4C23-F821-AD1B-834E64FD5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E27E147-E3E1-A8B6-0EAC-0A2E9AF2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4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470720-50C5-AC62-3809-40B1E8EA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BA15CF2-3506-8282-9A10-9FFFF2F75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2A2A4ACA-893F-32E7-0ABF-CA9E87E60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C3DC5F0C-119E-D49A-AF46-07B546566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21AE309-6B16-1CB3-72FE-BECC5591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C1A57C2-1C10-7303-552C-EBE282DB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7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3B2B2EA-26FF-1D7E-51FA-6F466DE7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5809125B-829D-A5C2-CFBE-0AD05BF65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30C4BF43-C813-3BA8-1C5A-2762C9549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C6029777-9B68-FBF7-9CE2-BE61CD20B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9FB60D01-19EC-319F-08E7-CE846EC35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5752A1B4-9F11-6564-FD01-B1AF95BE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656EC9BA-7DD3-E6C4-4BCE-BCF1DF30C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2778AEE9-F948-2114-6C39-063299DB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5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9DB2E18-A7E1-B774-A968-E8EE8546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5EB04A5E-5EB0-D60C-3049-41D0F38E9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A9BD320-6764-344F-F275-91E0C9BE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1DCE1739-B567-B0BF-4555-3E35BFFC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0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B6BCAD-78B9-4E3A-7287-90D481B1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1A68097C-0967-88C5-BF40-340BF821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C98348B-B114-D628-E45B-FFF474CE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9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584E9CB-7399-CB77-CFB0-9EC82ACAD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0B7A7B6-A656-6885-82F5-DA59E4A5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D484C2A-9240-506E-7088-C6595798E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8D8C850-0828-BE37-9E50-BF2E7097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2F70CC5-3287-6457-29C3-0558C370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BE96E7E-EF76-141A-295B-16B1A772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1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E2E64C3-571B-2866-3FA0-AEE806FC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9F498B8C-2829-2103-1724-3AB09BCC1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E306B51-89AC-724F-2AA3-BFB64F221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0D1834B3-4ED2-E219-8EA4-248E2C62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5D6FD482-C4F5-63DC-45C5-3BD72815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E5C5D7A-5E28-BA18-172C-6CC1A106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EC4F9C-CB71-5E7A-323A-D661018F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8DA5C5A0-F32A-B518-05FC-CEF5EF125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DF6E1C9-8039-FF1B-9DDA-A0024FFB9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0993032-E657-E566-8CCC-C5225C4D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D270C5A-829E-3A58-E57D-A7CD7844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8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39724A4-CAA4-BDCC-38C5-4E90B836C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8046C0F-321F-57B3-285E-9D4C0F8A0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79DD6B2-B155-5AB4-BC5C-47E08054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E8B9AE5-82E4-1B12-241B-046E072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654C141-4835-296F-CDE8-ECA02077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1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E630236E-F696-5DA7-B278-98291BC4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52ADE0B8-5F95-EAD8-E020-B93B5D6C3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A51A94A-757B-E74B-37DE-592CFAF35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3EA8A-27E7-4A24-86A6-2DA1F8FD92D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E7F1211-32DA-80B0-FD26-2325074A1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5770794-CC30-C266-E17E-084DAA99D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51A15-EC8E-43D8-8EAB-3F395E1F7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9CC7E77B-9690-8CAF-CEFB-3BC6D6A82FE7}"/>
              </a:ext>
            </a:extLst>
          </p:cNvPr>
          <p:cNvSpPr/>
          <p:nvPr/>
        </p:nvSpPr>
        <p:spPr>
          <a:xfrm>
            <a:off x="2477763" y="146083"/>
            <a:ext cx="7072605" cy="951723"/>
          </a:xfrm>
          <a:prstGeom prst="roundRect">
            <a:avLst/>
          </a:prstGeom>
          <a:solidFill>
            <a:schemeClr val="bg1"/>
          </a:solidFill>
          <a:ln>
            <a:solidFill>
              <a:srgbClr val="FFFF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PYTHON CHEAT SHEET</a:t>
            </a:r>
          </a:p>
          <a:p>
            <a:pPr algn="ctr"/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Chương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1: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Tại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sao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bạn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nên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viết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chương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trình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?</a:t>
            </a:r>
          </a:p>
          <a:p>
            <a:pPr algn="ctr"/>
            <a:endParaRPr lang="en-US" dirty="0"/>
          </a:p>
        </p:txBody>
      </p:sp>
      <p:sp>
        <p:nvSpPr>
          <p:cNvPr id="7" name="Hình chữ nhật: Góc Tròn 6">
            <a:extLst>
              <a:ext uri="{FF2B5EF4-FFF2-40B4-BE49-F238E27FC236}">
                <a16:creationId xmlns:a16="http://schemas.microsoft.com/office/drawing/2014/main" id="{CD4F659F-A57D-5002-9991-61CA4F351797}"/>
              </a:ext>
            </a:extLst>
          </p:cNvPr>
          <p:cNvSpPr/>
          <p:nvPr/>
        </p:nvSpPr>
        <p:spPr>
          <a:xfrm>
            <a:off x="77465" y="1337583"/>
            <a:ext cx="4086273" cy="2413033"/>
          </a:xfrm>
          <a:prstGeom prst="roundRect">
            <a:avLst/>
          </a:prstGeom>
          <a:solidFill>
            <a:schemeClr val="lt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solidFill>
                  <a:schemeClr val="accent6"/>
                </a:solidFill>
              </a:rPr>
              <a:t>Mục</a:t>
            </a:r>
            <a:r>
              <a:rPr lang="en-US" b="1" i="1" dirty="0">
                <a:solidFill>
                  <a:schemeClr val="accent6"/>
                </a:solidFill>
              </a:rPr>
              <a:t> </a:t>
            </a:r>
            <a:r>
              <a:rPr lang="en-US" b="1" i="1" dirty="0" err="1">
                <a:solidFill>
                  <a:schemeClr val="accent6"/>
                </a:solidFill>
              </a:rPr>
              <a:t>tiêu</a:t>
            </a:r>
            <a:r>
              <a:rPr lang="en-US" b="1" i="1" dirty="0">
                <a:solidFill>
                  <a:schemeClr val="accent6"/>
                </a:solidFill>
              </a:rPr>
              <a:t> </a:t>
            </a:r>
            <a:r>
              <a:rPr lang="en-US" b="1" i="1" dirty="0" err="1">
                <a:solidFill>
                  <a:schemeClr val="accent6"/>
                </a:solidFill>
              </a:rPr>
              <a:t>chung</a:t>
            </a:r>
            <a:endParaRPr lang="en-US" b="1" i="1" dirty="0">
              <a:solidFill>
                <a:schemeClr val="accent6"/>
              </a:solidFill>
            </a:endParaRPr>
          </a:p>
          <a:p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,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code,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,..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82C784-B316-6D37-633E-352988F6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39" y="93305"/>
            <a:ext cx="951723" cy="95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9DD70068-7159-E5F0-DC36-11331CFDA5D8}"/>
              </a:ext>
            </a:extLst>
          </p:cNvPr>
          <p:cNvSpPr/>
          <p:nvPr/>
        </p:nvSpPr>
        <p:spPr>
          <a:xfrm>
            <a:off x="4220887" y="1337583"/>
            <a:ext cx="4367237" cy="2438474"/>
          </a:xfrm>
          <a:prstGeom prst="roundRect">
            <a:avLst/>
          </a:prstGeom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solidFill>
                  <a:srgbClr val="FF0000"/>
                </a:solidFill>
              </a:rPr>
              <a:t>Vì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sao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học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lập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trình</a:t>
            </a:r>
            <a:endParaRPr lang="en-US" b="1" i="1" dirty="0">
              <a:solidFill>
                <a:srgbClr val="FF0000"/>
              </a:solidFill>
            </a:endParaRPr>
          </a:p>
          <a:p>
            <a:r>
              <a:rPr lang="en-US" dirty="0" err="1"/>
              <a:t>Rèn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logic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	</a:t>
            </a:r>
          </a:p>
          <a:p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lai</a:t>
            </a:r>
            <a:endParaRPr lang="en-US" dirty="0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8776BA8D-2534-B69C-9867-D7E45DD4A064}"/>
              </a:ext>
            </a:extLst>
          </p:cNvPr>
          <p:cNvSpPr/>
          <p:nvPr/>
        </p:nvSpPr>
        <p:spPr>
          <a:xfrm>
            <a:off x="77465" y="4425237"/>
            <a:ext cx="4086273" cy="2339458"/>
          </a:xfrm>
          <a:prstGeom prst="round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Cấu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trúc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phần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cứng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của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máy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i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tính</a:t>
            </a:r>
            <a:endParaRPr lang="en-US" b="1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dirty="0"/>
              <a:t>CPU: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  <a:p>
            <a:r>
              <a:rPr lang="en-US" dirty="0"/>
              <a:t>Main Memory (RAM):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,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máy</a:t>
            </a:r>
            <a:endParaRPr lang="en-US" dirty="0"/>
          </a:p>
          <a:p>
            <a:r>
              <a:rPr lang="en-US" dirty="0"/>
              <a:t>Secondary Memory (HDD/SSD/USB):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vĩnh</a:t>
            </a:r>
            <a:r>
              <a:rPr lang="en-US" dirty="0"/>
              <a:t> </a:t>
            </a:r>
            <a:r>
              <a:rPr lang="en-US" dirty="0" err="1"/>
              <a:t>viễn</a:t>
            </a:r>
            <a:r>
              <a:rPr lang="en-US" dirty="0"/>
              <a:t>,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lâu</a:t>
            </a:r>
            <a:r>
              <a:rPr lang="en-US" dirty="0"/>
              <a:t> </a:t>
            </a:r>
            <a:r>
              <a:rPr lang="en-US" dirty="0" err="1"/>
              <a:t>dài</a:t>
            </a:r>
            <a:endParaRPr lang="en-US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: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, </a:t>
            </a:r>
            <a:r>
              <a:rPr lang="en-US" dirty="0" err="1"/>
              <a:t>chuột</a:t>
            </a:r>
            <a:r>
              <a:rPr lang="en-US" dirty="0"/>
              <a:t>,…</a:t>
            </a:r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, loa,…</a:t>
            </a:r>
          </a:p>
        </p:txBody>
      </p:sp>
      <p:sp>
        <p:nvSpPr>
          <p:cNvPr id="10" name="Hình chữ nhật: Góc Tròn 9">
            <a:extLst>
              <a:ext uri="{FF2B5EF4-FFF2-40B4-BE49-F238E27FC236}">
                <a16:creationId xmlns:a16="http://schemas.microsoft.com/office/drawing/2014/main" id="{421959E8-E99C-7762-4364-791707123CAA}"/>
              </a:ext>
            </a:extLst>
          </p:cNvPr>
          <p:cNvSpPr/>
          <p:nvPr/>
        </p:nvSpPr>
        <p:spPr>
          <a:xfrm>
            <a:off x="4220887" y="4425237"/>
            <a:ext cx="4367237" cy="2339458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solidFill>
                  <a:schemeClr val="accent5"/>
                </a:solidFill>
              </a:rPr>
              <a:t>Trình</a:t>
            </a:r>
            <a:r>
              <a:rPr lang="en-US" b="1" i="1" dirty="0">
                <a:solidFill>
                  <a:schemeClr val="accent5"/>
                </a:solidFill>
              </a:rPr>
              <a:t> </a:t>
            </a:r>
            <a:r>
              <a:rPr lang="en-US" b="1" i="1" dirty="0" err="1">
                <a:solidFill>
                  <a:schemeClr val="accent5"/>
                </a:solidFill>
              </a:rPr>
              <a:t>biên</a:t>
            </a:r>
            <a:r>
              <a:rPr lang="en-US" b="1" i="1" dirty="0">
                <a:solidFill>
                  <a:schemeClr val="accent5"/>
                </a:solidFill>
              </a:rPr>
              <a:t> </a:t>
            </a:r>
            <a:r>
              <a:rPr lang="en-US" b="1" i="1" dirty="0" err="1">
                <a:solidFill>
                  <a:schemeClr val="accent5"/>
                </a:solidFill>
              </a:rPr>
              <a:t>dịch</a:t>
            </a:r>
            <a:r>
              <a:rPr lang="en-US" b="1" i="1" dirty="0">
                <a:solidFill>
                  <a:schemeClr val="accent5"/>
                </a:solidFill>
              </a:rPr>
              <a:t> </a:t>
            </a:r>
            <a:r>
              <a:rPr lang="en-US" b="1" i="1" dirty="0" err="1">
                <a:solidFill>
                  <a:schemeClr val="accent5"/>
                </a:solidFill>
              </a:rPr>
              <a:t>và</a:t>
            </a:r>
            <a:r>
              <a:rPr lang="en-US" b="1" i="1" dirty="0">
                <a:solidFill>
                  <a:schemeClr val="accent5"/>
                </a:solidFill>
              </a:rPr>
              <a:t> </a:t>
            </a:r>
            <a:r>
              <a:rPr lang="en-US" b="1" i="1" dirty="0" err="1">
                <a:solidFill>
                  <a:schemeClr val="accent5"/>
                </a:solidFill>
              </a:rPr>
              <a:t>trình</a:t>
            </a:r>
            <a:r>
              <a:rPr lang="en-US" b="1" i="1" dirty="0">
                <a:solidFill>
                  <a:schemeClr val="accent5"/>
                </a:solidFill>
              </a:rPr>
              <a:t> </a:t>
            </a:r>
            <a:r>
              <a:rPr lang="en-US" b="1" i="1" dirty="0" err="1">
                <a:solidFill>
                  <a:schemeClr val="accent5"/>
                </a:solidFill>
              </a:rPr>
              <a:t>thông</a:t>
            </a:r>
            <a:r>
              <a:rPr lang="en-US" b="1" i="1" dirty="0">
                <a:solidFill>
                  <a:schemeClr val="accent5"/>
                </a:solidFill>
              </a:rPr>
              <a:t> </a:t>
            </a:r>
            <a:r>
              <a:rPr lang="en-US" b="1" i="1" dirty="0" err="1">
                <a:solidFill>
                  <a:schemeClr val="accent5"/>
                </a:solidFill>
              </a:rPr>
              <a:t>dịch</a:t>
            </a:r>
            <a:endParaRPr lang="en-US" b="1" i="1" dirty="0">
              <a:solidFill>
                <a:schemeClr val="accent5"/>
              </a:solidFill>
            </a:endParaRPr>
          </a:p>
          <a:p>
            <a:r>
              <a:rPr lang="vi-VN" dirty="0"/>
              <a:t>Trình biên dịch là 1 chương trình dùng để dịch ngôn ngữ lập trình thành ngôn ngữ máy để máy tính hiểu và thực hiện nhiệm vụ</a:t>
            </a:r>
            <a:endParaRPr lang="en-US" dirty="0"/>
          </a:p>
          <a:p>
            <a:r>
              <a:rPr lang="vi-VN" dirty="0"/>
              <a:t>Trình thông dịch là 1 chương trình trực tiếp thực thi các lệnh được viết bằng ngôn ngữ lập trình </a:t>
            </a:r>
            <a:endParaRPr lang="en-US" dirty="0"/>
          </a:p>
        </p:txBody>
      </p:sp>
      <p:sp>
        <p:nvSpPr>
          <p:cNvPr id="13" name="Hình chữ nhật: Góc Tròn 12">
            <a:extLst>
              <a:ext uri="{FF2B5EF4-FFF2-40B4-BE49-F238E27FC236}">
                <a16:creationId xmlns:a16="http://schemas.microsoft.com/office/drawing/2014/main" id="{2170801C-8AE1-AD60-C523-0D39BE69E5C0}"/>
              </a:ext>
            </a:extLst>
          </p:cNvPr>
          <p:cNvSpPr/>
          <p:nvPr/>
        </p:nvSpPr>
        <p:spPr>
          <a:xfrm>
            <a:off x="8645273" y="1337583"/>
            <a:ext cx="3209925" cy="5427112"/>
          </a:xfrm>
          <a:prstGeom prst="round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C000"/>
                </a:solidFill>
              </a:rPr>
              <a:t>Chương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trình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đầu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err="1">
                <a:solidFill>
                  <a:srgbClr val="FFC000"/>
                </a:solidFill>
              </a:rPr>
              <a:t>tiên</a:t>
            </a:r>
            <a:r>
              <a:rPr lang="en-US" dirty="0"/>
              <a:t>																																	</a:t>
            </a:r>
          </a:p>
          <a:p>
            <a:pPr algn="ctr"/>
            <a:endParaRPr lang="en-US" dirty="0"/>
          </a:p>
        </p:txBody>
      </p: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CF0B87BA-B2E7-D089-7FA1-04BE8D2CD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818" y="1809751"/>
            <a:ext cx="2762833" cy="47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5546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270</Words>
  <Application>Microsoft Office PowerPoint</Application>
  <PresentationFormat>Màn hình rộng</PresentationFormat>
  <Paragraphs>19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Chủ đề Office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Đinh Minh Quân</dc:creator>
  <cp:lastModifiedBy>Đinh Minh Quân</cp:lastModifiedBy>
  <cp:revision>1</cp:revision>
  <dcterms:created xsi:type="dcterms:W3CDTF">2025-10-10T10:13:08Z</dcterms:created>
  <dcterms:modified xsi:type="dcterms:W3CDTF">2025-10-10T11:16:38Z</dcterms:modified>
</cp:coreProperties>
</file>